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page text"/>
          <p:cNvSpPr txBox="1"/>
          <p:nvPr/>
        </p:nvSpPr>
        <p:spPr>
          <a:xfrm>
            <a:off x="400000" y="300000"/>
            <a:ext cx="11392000" cy="625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n-US" sz="1600"/>
              <a:t>한글 English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