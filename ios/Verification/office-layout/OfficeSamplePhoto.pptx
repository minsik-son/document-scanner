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10" y="268271"/>
            <a:ext cx="491830" cy="59616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71" y="462022"/>
            <a:ext cx="1311546" cy="5961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009" y="1386066"/>
            <a:ext cx="789908" cy="44712"/>
          </a:xfrm>
          <a:prstGeom prst="rect">
            <a:avLst/>
          </a:prstGeom>
        </p:spPr>
      </p:pic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054453" y="3062953"/>
          <a:ext cx="5588975" cy="2376861"/>
        </p:xfrm>
        <a:graphic>
          <a:graphicData uri="http://schemas.openxmlformats.org/drawingml/2006/table">
            <a:tbl>
              <a:tblPr/>
              <a:tblGrid>
                <a:gridCol w="1754938"/>
                <a:gridCol w="1121521"/>
                <a:gridCol w="1382340"/>
                <a:gridCol w="1330176"/>
              </a:tblGrid>
              <a:tr h="320702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569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476 - 479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7491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901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644 - 769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416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801 - 989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15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834 - 1,062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52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6711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1,338 - 1,553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 6"/>
          <p:cNvSpPr txBox="1"/>
          <p:nvPr/>
        </p:nvSpPr>
        <p:spPr>
          <a:xfrm>
            <a:off x="1058179" y="755523"/>
            <a:ext cx="1821074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2750" spc="155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140151" y="1160190"/>
            <a:ext cx="1984086" cy="137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900" spc="1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521559" y="2148658"/>
            <a:ext cx="2841062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3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441411" y="2475204"/>
            <a:ext cx="982728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 2021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80535" y="5897299"/>
            <a:ext cx="1383271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spc="4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92916" y="6178244"/>
            <a:ext cx="6613619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27285" indent="-227285">
              <a:lnSpc>
                <a:spcPts val="1260"/>
              </a:lnSpc>
              <a:buFont typeface="Arial"/>
              <a:buChar char="•"/>
            </a:pPr>
            <a:r>
              <a:rPr lang="en-US" sz="10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92916" y="6357585"/>
            <a:ext cx="4755285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spc="3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92916" y="6529687"/>
            <a:ext cx="1383271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6107" indent="-216107">
              <a:lnSpc>
                <a:spcPts val="1140"/>
              </a:lnSpc>
              <a:buFont typeface="Arial"/>
              <a:buChar char="•"/>
            </a:pPr>
            <a:r>
              <a:rPr lang="en-US" sz="9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89190" y="6693932"/>
            <a:ext cx="1397244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89190" y="6847792"/>
            <a:ext cx="1415873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92916" y="7033933"/>
            <a:ext cx="564952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60"/>
              </a:lnSpc>
              <a:buFont typeface="Arial"/>
              <a:buChar char="•"/>
            </a:pPr>
            <a:r>
              <a:rPr lang="en-US" sz="1050" spc="2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spc="2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 in trust'.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80535" y="7909155"/>
            <a:ext cx="5718266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1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rices do not include GST, may change without notice and are subject to availability. Sulte sizes may vary on final Strata Plan. Concert reserves the right t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00" spc="1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2021. CONCERT REALTY SERVICES LTD. E.&amp;O.E.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69357" y="8798979"/>
            <a:ext cx="2375314" cy="2632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36"/>
              </a:lnSpc>
              <a:buNone/>
            </a:pPr>
            <a:r>
              <a:rPr lang="en-US" sz="700" b="1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750"/>
            </a:br>
            <a:r>
              <a:rPr lang="en-US" sz="750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0J1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61905" y="9063082"/>
            <a:ext cx="2920239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8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27437" y="9056054"/>
            <a:ext cx="1248204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14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