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7772400" cy="100584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60468" y="844046"/>
          <a:ext cx="6386246" cy="5820260"/>
        </p:xfrm>
        <a:graphic>
          <a:graphicData uri="http://schemas.openxmlformats.org/drawingml/2006/table">
            <a:tbl>
              <a:tblPr/>
              <a:tblGrid>
                <a:gridCol w="645975"/>
                <a:gridCol w="1744856"/>
                <a:gridCol w="2094414"/>
                <a:gridCol w="668749"/>
                <a:gridCol w="1232252"/>
              </a:tblGrid>
              <a:tr h="210321">
                <a:tc gridSpan="2" rowSpan="3">
                  <a:txBody>
                    <a:bodyPr/>
                    <a:lstStyle/>
                    <a:p>
                      <a:pPr algn="ct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Montreal(몬트리올)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Decarie(데카리)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HDC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10.41.22.xx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</a:tr>
              <a:tr h="215842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St. Catherine(세인트 캐서린)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HSC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10.41.23.xx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</a:tr>
              <a:tr h="208078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St.Jacques(생자크)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HSJ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10.41.21.xx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</a:tr>
              <a:tr h="209631">
                <a:tc rowSpan="7"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TOT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Toronto(토론토)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Bloor(블루어)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HBL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10.31.46.xx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200314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Dundas(던다스)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HDD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10.31.47.xx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189790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Finch(핀치)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HFC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10.31.42.xx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185649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North York(노스 요크)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HNY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10.31.44.xx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188754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Richmond Hill(리치몬드 힐)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HRH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10.31.11.xx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191515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Steeles(스틸스)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HSS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10.31.45.xx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176677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Shepherd(쉐퍼드)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MNY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10.31.43.xx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201177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USA1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Oregon(오레곤)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Bevorton(비버튼)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GBV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10.54.1.xx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</a:tr>
              <a:tr h="190135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Tigard(타이거드)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HTG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10.51.1.xx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</a:tr>
              <a:tr h="191860">
                <a:tc rowSpan="7"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USA2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Seattle(시애틀)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Lynwood Gmart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GLW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10.59.1.xx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</a:tr>
              <a:tr h="190480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Bellevue(벨뷰)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HBE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10.81.1.xx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</a:tr>
              <a:tr h="190480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Federal Way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HFW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10.52.1.xx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</a:tr>
              <a:tr h="190997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Lynwood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HLW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10.53.1.xx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</a:tr>
              <a:tr h="192550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Redmond(레드몬드)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HRD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10.51.85.xx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</a:tr>
              <a:tr h="193275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Tacoma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HTM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10.57.1.xx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</a:tr>
              <a:tr h="196277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UW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HUW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10.51.83.xx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</a:tr>
              <a:tr h="1834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USA3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4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Denver(덴버)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Westminster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GWM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10.58.1.xx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4F3"/>
                    </a:solidFill>
                  </a:tcPr>
                </a:tc>
              </a:tr>
              <a:tr h="189444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4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Aurora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HAR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10.55.1.xx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4F3"/>
                    </a:solidFill>
                  </a:tcPr>
                </a:tc>
              </a:tr>
              <a:tr h="21221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331E04"/>
                          </a:solidFill>
                          <a:latin typeface="Arial"/>
                          <a:ea typeface="Malgun Gothic"/>
                          <a:cs typeface="Arial"/>
                        </a:rPr>
                        <a:t>USA4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Utah(</a:t>
                      </a:r>
                      <a:r>
                        <a:rPr lang="ko-KR" sz="1100" dirty="0">
                          <a:solidFill>
                            <a:srgbClr val="372509"/>
                          </a:solidFill>
                          <a:latin typeface="Arial"/>
                          <a:ea typeface="Malgun Gothic"/>
                          <a:cs typeface="Arial"/>
                        </a:rPr>
                        <a:t>유타</a:t>
                      </a:r>
                      <a:r>
                        <a:rPr lang="en-US" sz="1100" dirty="0">
                          <a:solidFill>
                            <a:srgbClr val="352406"/>
                          </a:solidFill>
                          <a:latin typeface="Arial"/>
                          <a:ea typeface="Malgun Gothic"/>
                          <a:cs typeface="Arial"/>
                        </a:rPr>
                        <a:t>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West Jordan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HWJ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332005"/>
                          </a:solidFill>
                          <a:latin typeface="Arial"/>
                          <a:ea typeface="Malgun Gothic"/>
                          <a:cs typeface="Arial"/>
                        </a:rPr>
                        <a:t>10.21.86.xx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  <a:tr h="171846">
                <a:tc rowSpan="8"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VAN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Vanouver</a:t>
                      </a:r>
                      <a:r>
                        <a:rPr lang="en-US" sz="1100" dirty="0">
                          <a:solidFill>
                            <a:srgbClr val="0E1E3D"/>
                          </a:solidFill>
                          <a:latin typeface="Arial"/>
                          <a:ea typeface="Malgun Gothic"/>
                          <a:cs typeface="Arial"/>
                        </a:rPr>
                        <a:t>(</a:t>
                      </a:r>
                      <a:r>
                        <a:rPr lang="ko-KR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벤쿠버)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UBC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EUB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10.11.68.xx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</a:tr>
              <a:tr h="195311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Coquitlam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HCQ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10.11.0.xx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</a:tr>
              <a:tr h="187305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Dunbar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HDB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10.11.67.xx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</a:tr>
              <a:tr h="194345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Downtown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HDN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192.168.10.xx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</a:tr>
              <a:tr h="192205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Langley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HLL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192.168.20.xx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</a:tr>
              <a:tr h="194621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Port Coquitlam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HPC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10.11.66.xx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</a:tr>
              <a:tr h="190480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Richmond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HRM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10.64.1.xx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</a:tr>
              <a:tr h="195242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Victoria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HVT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10.11.69.xx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9BC2E6"/>
                    </a:solidFill>
                  </a:tcPr>
                </a:tc>
              </a:tr>
            </a:tbl>
          </a:graphicData>
        </a:graphic>
      </p:graphicFrame>
      <p:sp>
        <p:nvSpPr>
          <p:cNvPr id="3" name="Text 3"/>
          <p:cNvSpPr txBox="1"/>
          <p:nvPr/>
        </p:nvSpPr>
        <p:spPr>
          <a:xfrm>
            <a:off x="2873759" y="9228865"/>
            <a:ext cx="491727" cy="250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72"/>
              </a:lnSpc>
              <a:buNone/>
            </a:pPr>
            <a:r>
              <a:rPr lang="en-US" sz="1643" spc="-116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