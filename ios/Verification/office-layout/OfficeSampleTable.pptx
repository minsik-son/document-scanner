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60468" y="840940"/>
          <a:ext cx="6386246" cy="5821364"/>
        </p:xfrm>
        <a:graphic>
          <a:graphicData uri="http://schemas.openxmlformats.org/drawingml/2006/table">
            <a:tbl>
              <a:tblPr/>
              <a:tblGrid>
                <a:gridCol w="645975"/>
                <a:gridCol w="1744856"/>
                <a:gridCol w="2094414"/>
                <a:gridCol w="668749"/>
                <a:gridCol w="1232252"/>
              </a:tblGrid>
              <a:tr h="213254">
                <a:tc gridSpan="2" rowSpan="3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Montreal(몬트리올)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Decarie(데카리)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21415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 Catherine(세인트 캐서린)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208463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St.Jacques(생자크)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211110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Toronto(토론토)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Bloor(블루어)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19990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Dundas(던다스)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19020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Finch(핀치)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185649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North York(노스 요크)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10.31.44.xx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18875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 Hill(리치몬드 힐)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10.31.11.xx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19151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Steeles(스틸스)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17667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Shepherd(쉐퍼드)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199452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Oregon(오레곤)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Bevorton(비버튼)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GBV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184613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Tigard(타이거드)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191860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Seattle(시애틀)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 Gmart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10.59.1.xx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</a:tr>
              <a:tr h="19648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Bellevue(벨뷰)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10.81.1.xx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</a:tr>
              <a:tr h="19130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Federal Way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10.52.1.xx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</a:tr>
              <a:tr h="19141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10.53.1.xx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</a:tr>
              <a:tr h="19237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Redmond(레드몬드)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</a:tr>
              <a:tr h="19013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Tacoma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10.57.1.xx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</a:tr>
              <a:tr h="200536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4D6"/>
                    </a:solidFill>
                  </a:tcPr>
                </a:tc>
              </a:tr>
              <a:tr h="187152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Denver(덴버)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Westminster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GWM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10.58.1.xx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</a:tr>
              <a:tr h="19161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Aurora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10.55.1.xx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5F3"/>
                    </a:solidFill>
                  </a:tcPr>
                </a:tc>
              </a:tr>
              <a:tr h="203316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331E04"/>
                          </a:solidFill>
                          <a:latin typeface="Arial"/>
                          <a:ea typeface="Malgun Gothic"/>
                          <a:cs typeface="Arial"/>
                        </a:rPr>
                        <a:t>USA4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Utah(</a:t>
                      </a:r>
                      <a:r>
                        <a:rPr lang="ko-KR" sz="1100" dirty="0">
                          <a:solidFill>
                            <a:srgbClr val="372509"/>
                          </a:solidFill>
                          <a:latin typeface="Arial"/>
                          <a:ea typeface="Malgun Gothic"/>
                          <a:cs typeface="Arial"/>
                        </a:rPr>
                        <a:t>유타</a:t>
                      </a:r>
                      <a:r>
                        <a:rPr lang="en-US" sz="1100" dirty="0">
                          <a:solidFill>
                            <a:srgbClr val="352406"/>
                          </a:solidFill>
                          <a:latin typeface="Arial"/>
                          <a:ea typeface="Malgun Gothic"/>
                          <a:cs typeface="Arial"/>
                        </a:rPr>
                        <a:t>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 Jordan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HWJ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2005"/>
                          </a:solidFill>
                          <a:latin typeface="Arial"/>
                          <a:ea typeface="Malgun Gothic"/>
                          <a:cs typeface="Arial"/>
                        </a:rPr>
                        <a:t>10.21.86.xx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E699"/>
                    </a:solidFill>
                  </a:tcPr>
                </a:tc>
              </a:tr>
              <a:tr h="175987"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Vanouver</a:t>
                      </a:r>
                      <a:r>
                        <a:rPr lang="en-US" sz="1100" dirty="0">
                          <a:solidFill>
                            <a:srgbClr val="0E1E3D"/>
                          </a:solidFill>
                          <a:latin typeface="Arial"/>
                          <a:ea typeface="Malgun Gothic"/>
                          <a:cs typeface="Arial"/>
                        </a:rPr>
                        <a:t>(</a:t>
                      </a:r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벤쿠버)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UBC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EUB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10.11.68.xx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  <a:tr h="19513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HCQ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  <a:tr h="18540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Dunbar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  <a:tr h="19434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Downtown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192.168.10.xx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  <a:tr h="1922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Langley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192.168.20.xx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  <a:tr h="19462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Port 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HPC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10.64.1.xx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  <a:tr h="19324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Victoria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HVT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10.11.69.xx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2873759" y="9228865"/>
            <a:ext cx="491727" cy="250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2"/>
              </a:lnSpc>
              <a:buNone/>
            </a:pPr>
            <a:r>
              <a:rPr lang="en-US" sz="1643" spc="-11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